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manjeet Kaur" userId="9e7997f320e4f1b1" providerId="LiveId" clId="{D60BFE21-0A95-4450-8884-F36835380CD8}"/>
    <pc:docChg chg="modSld">
      <pc:chgData name="Harmanjeet Kaur" userId="9e7997f320e4f1b1" providerId="LiveId" clId="{D60BFE21-0A95-4450-8884-F36835380CD8}" dt="2026-05-19T01:51:37.443" v="0" actId="1076"/>
      <pc:docMkLst>
        <pc:docMk/>
      </pc:docMkLst>
      <pc:sldChg chg="modSp mod">
        <pc:chgData name="Harmanjeet Kaur" userId="9e7997f320e4f1b1" providerId="LiveId" clId="{D60BFE21-0A95-4450-8884-F36835380CD8}" dt="2026-05-19T01:51:37.443" v="0" actId="1076"/>
        <pc:sldMkLst>
          <pc:docMk/>
          <pc:sldMk cId="0" sldId="264"/>
        </pc:sldMkLst>
        <pc:spChg chg="mod">
          <ac:chgData name="Harmanjeet Kaur" userId="9e7997f320e4f1b1" providerId="LiveId" clId="{D60BFE21-0A95-4450-8884-F36835380CD8}" dt="2026-05-19T01:51:37.443" v="0" actId="1076"/>
          <ac:spMkLst>
            <pc:docMk/>
            <pc:sldMk cId="0" sldId="264"/>
            <ac:spMk id="2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D8-41FA-A779-4BBF1FC586AC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D8-41FA-A779-4BBF1FC586AC}"/>
              </c:ext>
            </c:extLst>
          </c:dPt>
          <c:dPt>
            <c:idx val="2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D8-41FA-A779-4BBF1FC586AC}"/>
              </c:ext>
            </c:extLst>
          </c:dPt>
          <c:dPt>
            <c:idx val="3"/>
            <c:bubble3D val="0"/>
            <c:spPr>
              <a:solidFill>
                <a:srgbClr val="E879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D8-41FA-A779-4BBF1FC586AC}"/>
              </c:ext>
            </c:extLst>
          </c:dPt>
          <c:dPt>
            <c:idx val="4"/>
            <c:bubble3D val="0"/>
            <c:spPr>
              <a:solidFill>
                <a:srgbClr val="5EC9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FD8-41FA-A779-4BBF1FC586AC}"/>
              </c:ext>
            </c:extLst>
          </c:dPt>
          <c:dPt>
            <c:idx val="5"/>
            <c:bubble3D val="0"/>
            <c:spPr>
              <a:solidFill>
                <a:srgbClr val="E85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FD8-41FA-A779-4BBF1FC586A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D8-41FA-A779-4BBF1FC586A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D8-41FA-A779-4BBF1FC586A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D8-41FA-A779-4BBF1FC586A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FD8-41FA-A779-4BBF1FC586A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FD8-41FA-A779-4BBF1FC586A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FD8-41FA-A779-4BBF1FC586A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Crochet</c:v>
                </c:pt>
                <c:pt idx="1">
                  <c:v>Resin</c:v>
                </c:pt>
                <c:pt idx="2">
                  <c:v>Jewellery</c:v>
                </c:pt>
                <c:pt idx="3">
                  <c:v>Bags</c:v>
                </c:pt>
                <c:pt idx="4">
                  <c:v>Gifts</c:v>
                </c:pt>
                <c:pt idx="5">
                  <c:v>Men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FD8-41FA-A779-4BBF1FC58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75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818347-A63E-AE9C-BF7F-9B57CF37D1AE}"/>
              </a:ext>
            </a:extLst>
          </p:cNvPr>
          <p:cNvSpPr/>
          <p:nvPr/>
        </p:nvSpPr>
        <p:spPr>
          <a:xfrm rot="5400000">
            <a:off x="2901104" y="742242"/>
            <a:ext cx="3341791" cy="3277769"/>
          </a:xfrm>
          <a:prstGeom prst="rect">
            <a:avLst/>
          </a:prstGeom>
          <a:noFill/>
          <a:ln>
            <a:solidFill>
              <a:schemeClr val="accent4">
                <a:lumMod val="75000"/>
                <a:alpha val="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74FC0-B9F0-9B36-E5A4-E646ADE9F256}"/>
              </a:ext>
            </a:extLst>
          </p:cNvPr>
          <p:cNvSpPr/>
          <p:nvPr/>
        </p:nvSpPr>
        <p:spPr>
          <a:xfrm rot="18935389">
            <a:off x="3390655" y="1223651"/>
            <a:ext cx="2358588" cy="2282135"/>
          </a:xfrm>
          <a:prstGeom prst="rect">
            <a:avLst/>
          </a:prstGeom>
          <a:solidFill>
            <a:schemeClr val="accent4">
              <a:lumMod val="75000"/>
              <a:alpha val="18000"/>
            </a:schemeClr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shopwithsmilee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Joy — Handmade with Love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Development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2741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u="sng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FRONTEND PROJECT</a:t>
            </a:r>
          </a:p>
        </p:txBody>
      </p:sp>
      <p:sp>
        <p:nvSpPr>
          <p:cNvPr id="9" name="Text 7"/>
          <p:cNvSpPr/>
          <p:nvPr/>
        </p:nvSpPr>
        <p:spPr>
          <a:xfrm>
            <a:off x="5852162" y="4510453"/>
            <a:ext cx="361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Bahnschrift Light SemiCondensed" panose="020B0502040204020203" pitchFamily="34" charset="0"/>
              </a:rPr>
              <a:t>Made By- Harmanjeet Kaur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Bahnschrift Light SemiCondensed" panose="020B0502040204020203" pitchFamily="34" charset="0"/>
              </a:rPr>
              <a:t>University Roll no.- 2510992983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shopwithsmilee?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e-commerce website built to showcase and sell handmade artisan products including crochet items, resin art, jewellery, bags, and personalised gifts — all crafted with love.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920240" cy="228600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real-world e-commerce platform with modern web tech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377440"/>
            <a:ext cx="1920240" cy="228600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291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love unique handmade &amp; artisan 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377440"/>
            <a:ext cx="1920240" cy="228600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291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handmade crafts with a premium digital storefront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377440"/>
            <a:ext cx="1920240" cy="228600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291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HTML/CSS/JS frontend +  AI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895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139940" y="1005840"/>
            <a:ext cx="1965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39940" y="1005840"/>
            <a:ext cx="1965960" cy="10972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1380" y="11430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1380" y="1481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1380" y="17099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structure, forms, modals, responsive layout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88780" y="1005840"/>
            <a:ext cx="1965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88780" y="1005840"/>
            <a:ext cx="1965960" cy="109728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0220" y="11430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0220" y="1481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0220" y="17099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theming via CSS variables, animations, grid/flex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16751" y="1014984"/>
            <a:ext cx="1965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16751" y="1005840"/>
            <a:ext cx="196596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99631" y="11612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08191" y="1481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08191" y="17099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interactivity — cart, auth, search, animations, API calls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39940" y="2834640"/>
            <a:ext cx="1965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39940" y="28346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1380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1380" y="3310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1380" y="35387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cart, user sessions, theme preferences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88780" y="2834640"/>
            <a:ext cx="1965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88780" y="2834640"/>
            <a:ext cx="19659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0220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80220" y="3310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0220" y="35387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GPT-powered shopping assistant with context awareness implemented by using </a:t>
            </a:r>
            <a:r>
              <a:rPr lang="en-US" sz="1050" dirty="0" err="1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16751" y="2834640"/>
            <a:ext cx="1965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16751" y="2834640"/>
            <a:ext cx="196596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8191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FakeStore API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587547" y="3273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6751" y="35387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product data fetched and displayed in cart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&amp; Navigation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698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069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— hero, featured products, categories, chatbot, contact, AI assistant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850392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562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856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396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 — filterable grid by category (crochet, resin, jewellery, bags, gifts)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850392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5EC9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426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642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product1.html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of 1 item — image gallery, color swatcher, add to cart, reviews, related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850392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E879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290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cart.html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124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— items list, order summary, FakeStore API section, checkout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9664"/>
            <a:ext cx="850392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E85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15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4215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wishlist.html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4988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— saved items, quick add-to-cart from wishlist page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/ UX Design System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(--bg, --text, --accent) swap instantly via data-theme attribute on &lt;html&gt;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Cursor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CSS-animated cursor with lag effect using requestAnimationFrame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Animations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adds .show class to .fade elements as they enter viewport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Hero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rotating squares behind logo in hero section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+ Flexbox, media queries for mobile sidebar drawer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12080" y="1417320"/>
            <a:ext cx="155448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1417320"/>
            <a:ext cx="1554480" cy="411480"/>
          </a:xfrm>
          <a:prstGeom prst="rect">
            <a:avLst/>
          </a:prstGeom>
          <a:solidFill>
            <a:srgbClr val="1A1F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2194560"/>
            <a:ext cx="1554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Accent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95160" y="2194560"/>
            <a:ext cx="1554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2971800"/>
            <a:ext cx="1554480" cy="411480"/>
          </a:xfrm>
          <a:prstGeom prst="rect">
            <a:avLst/>
          </a:prstGeom>
          <a:solidFill>
            <a:srgbClr val="A0A8B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3630169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12080" y="4005775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— Georgia (Serif)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 / Segoe UI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Monospace (Consolas)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20240" cy="82296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512277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82296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modal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82296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440" y="1280160"/>
            <a:ext cx="1920240" cy="82296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Saved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74620"/>
            <a:ext cx="4114800" cy="704088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203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Login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0038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email+password against sws-users array in localStorage; sets currentUser session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674620"/>
            <a:ext cx="4114800" cy="704088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203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Admin Login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0038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admin@shopwithsmilee.com / admin123 — grants admin dashboard access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97580"/>
            <a:ext cx="4114800" cy="704088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433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Registration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8267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 stored to localStorage sws-users array; auto logs 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497580"/>
            <a:ext cx="4114800" cy="704088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5433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Logout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8267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currentUser from localStorage, resets UI state, hides dashboard link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Catalog &amp; Filtering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Filters: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960120" cy="34747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17320" y="137160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 Art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&amp; Wallets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137160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137160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137160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1920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Filtering Works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2505456"/>
            <a:ext cx="347472" cy="34747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505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stored as JS array with name, category, price, img fields</a:t>
            </a:r>
            <a:endParaRPr lang="en-US" sz="125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2980944"/>
            <a:ext cx="347472" cy="34747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filterProducts(cat) function filters array and re-renders with innerHTML</a:t>
            </a:r>
            <a:endParaRPr lang="en-US" sz="125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3456432"/>
            <a:ext cx="347472" cy="34747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button highlighted; .fade + .show classes animate cards in</a:t>
            </a:r>
            <a:endParaRPr lang="en-US" sz="125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on homepage calls searchProducts() to filter in real-time</a:t>
            </a:r>
            <a:endParaRPr lang="en-US" sz="125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9200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Stats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32" name="Chart 0"/>
          <p:cNvGraphicFramePr/>
          <p:nvPr/>
        </p:nvGraphicFramePr>
        <p:xfrm>
          <a:off x="5029200" y="2286000"/>
          <a:ext cx="3657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 Cart &amp; Wishlist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79476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Shopping Cart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from any product card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568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persists cart across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cart-badge updates count in real-time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2491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cart.html shows items with image, name, price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item button per 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summary: subtotal, shipping, tax, 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7705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button triggers toast notification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2611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preserved across sessions (no logout needed)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005840"/>
            <a:ext cx="4023360" cy="3794760"/>
          </a:xfrm>
          <a:prstGeom prst="rect">
            <a:avLst/>
          </a:prstGeom>
          <a:solidFill>
            <a:srgbClr val="2A3F7E"/>
          </a:solidFill>
          <a:ln w="12700">
            <a:solidFill>
              <a:srgbClr val="E85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Wishlist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5727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(♥) button on every product card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9568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 on add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3408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wishlist.html dedicated page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2491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renderWishlist() from main.js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108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1455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add-to-cart from wishlist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 Integration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194560" cy="1828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openrouter/auto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005840"/>
            <a:ext cx="5943600" cy="594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042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307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conversational shopping assistant — answers product questions, gives styling tips, suggests items from the catalog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1673352"/>
            <a:ext cx="5943600" cy="594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1709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19751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in #chatInput → askAI() fires a POST to OpenRouter API → streamed response displayed in .chat-box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4640" y="2340864"/>
            <a:ext cx="5943600" cy="594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26426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the model to behave as shopwithsmilee's assistant; limits product suggestions to the actual catalog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34640" y="3008376"/>
            <a:ext cx="5943600" cy="594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044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3310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full conversation history on each request for multi-turn coherent dialogue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640" y="3675888"/>
            <a:ext cx="5943600" cy="594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71800" y="3712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3977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openrouter/auto — auto-selects best available model for the query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34640" y="4343400"/>
            <a:ext cx="5943600" cy="594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71800" y="4379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46451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 hardcoded in index.html — security risk; should be server-side (see improvements slide)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Tracking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078992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89888" y="1380744"/>
            <a:ext cx="667512" cy="0"/>
          </a:xfrm>
          <a:prstGeom prst="line">
            <a:avLst/>
          </a:prstGeom>
          <a:noFill/>
          <a:ln w="12700">
            <a:solidFill>
              <a:srgbClr val="6B7A9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8912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78992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81528" y="1380744"/>
            <a:ext cx="667512" cy="0"/>
          </a:xfrm>
          <a:prstGeom prst="line">
            <a:avLst/>
          </a:prstGeom>
          <a:noFill/>
          <a:ln w="12700">
            <a:solidFill>
              <a:srgbClr val="6B7A9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130552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078992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3168" y="1380744"/>
            <a:ext cx="667512" cy="0"/>
          </a:xfrm>
          <a:prstGeom prst="line">
            <a:avLst/>
          </a:prstGeom>
          <a:noFill/>
          <a:ln w="12700">
            <a:solidFill>
              <a:srgbClr val="6B7A9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822192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1078992"/>
            <a:ext cx="594360" cy="5943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64808" y="1380744"/>
            <a:ext cx="667512" cy="0"/>
          </a:xfrm>
          <a:prstGeom prst="line">
            <a:avLst/>
          </a:prstGeom>
          <a:noFill/>
          <a:ln w="12700">
            <a:solidFill>
              <a:srgbClr val="6B7A9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513832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for Delivery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1078992"/>
            <a:ext cx="594360" cy="594360"/>
          </a:xfrm>
          <a:prstGeom prst="ellipse">
            <a:avLst/>
          </a:prstGeom>
          <a:solidFill>
            <a:srgbClr val="5EC97A"/>
          </a:solidFill>
          <a:ln w="12700">
            <a:solidFill>
              <a:srgbClr val="5EC9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05472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Order IDs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2587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SWS2024001 (Shipped) and SWS2024002 (Delivered) — pre-seeded for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136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29324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8680" y="293241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318844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is accessible from the user dashboard under the 'Track Order' tab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34810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68680" y="348105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Link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373708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notification panel shows real order updates — Order Shipped, Delivered toasts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1115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686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8680" y="47823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admin@shopwithsmilee.com  /  admin123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monthly revenue, total orders count, revenue summary cards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0876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all customer orders with status, product name, price, customer 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0876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1031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products (form placeholder — extendable with backend)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7490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registered users pulled from localStorage sws-users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1546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15468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319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37490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tracking panel as user view but shows all orders, not just user's own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1546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15468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5800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Settings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7490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 settings and store configuration section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FakeStore API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cart.html fetches live product data from fakestoreapi.com and renders a bonus product section below the main cart.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50292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fetch('https://fakestoreapi.com/products?limit=4')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1109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.then(res =&gt; res.json())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.then(data =&gt;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048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data.forEach(p =&gt; renderFakeProduct(p));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https://fakestoreapi.com/products?limit=4 — returns JSON product array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5295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5295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5295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card shows real image, title, price, category from API response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9044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904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3904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FakeStore products can also be added to local cart via addToCart()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2793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279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FakeStore?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real-world REST API consumption and async fetch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654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6542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23160" y="46542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API is down, section shows empty — no fallback currently implemented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1664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&amp; 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— see dark mode hero with animations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light/dark mode — instant CSS variable swap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3225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user account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43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products.html — use category filters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638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to cart, open cart.html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AI chatbot — ask 'suggest a gift'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86784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86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005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admin → open Admin Dashboard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07408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07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4256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SWS2024001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12080" y="987552"/>
            <a:ext cx="3657600" cy="3749040"/>
          </a:xfrm>
          <a:prstGeom prst="rect">
            <a:avLst/>
          </a:prstGeom>
          <a:solidFill>
            <a:srgbClr val="2A3F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fully linked HTML pages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18653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Dark / Light theme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User + Admin authentication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25237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Filterable product catalog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852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Cart + Wishlist (localStorage)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chatbot (OpenRouter)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35112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Order tracking with map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FakeStore API 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41696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Notification system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4498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 animated cursor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shopwithsmilee — Discover Joy 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1243</Words>
  <Application>Microsoft Office PowerPoint</Application>
  <PresentationFormat>On-screen Show (16:9)</PresentationFormat>
  <Paragraphs>267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Bahnschrift Light SemiCondensed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shopwithsmilee — E-Commerce Website Project</dc:title>
  <dc:subject>PptxGenJS Presentation</dc:subject>
  <dc:creator>PptxGenJS</dc:creator>
  <cp:lastModifiedBy>Harmanjeet Kaur</cp:lastModifiedBy>
  <cp:revision>2</cp:revision>
  <dcterms:created xsi:type="dcterms:W3CDTF">2026-05-19T00:16:46Z</dcterms:created>
  <dcterms:modified xsi:type="dcterms:W3CDTF">2026-05-19T01:51:46Z</dcterms:modified>
</cp:coreProperties>
</file>